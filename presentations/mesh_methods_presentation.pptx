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Accurate NYC Building Meshes</a:t>
            </a:r>
            <a:br/>
            <a:r>
              <a:t>for CFD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6E8F5"/>
                </a:solidFill>
                <a:latin typeface="Calibri"/>
              </a:defRPr>
            </a:pPr>
            <a:r>
              <a:t>Citicorp Center Wind Loading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OR 750 -- Reliability, Safety, and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Data Sources  |  Methods  | 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Accurate Building Geometry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8F5"/>
                </a:solidFill>
                <a:latin typeface="Calibri"/>
              </a:defRPr>
            </a:pPr>
            <a:r>
              <a:t>CFD wind simulation requires realistic urban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Wind loads on the Citicorp Center depend on surrounding buildings</a:t>
            </a:r>
          </a:p>
          <a:p>
            <a:pPr lvl="1">
              <a:spcAft>
                <a:spcPts val="8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Upstream buildings create turbulence and wake effects</a:t>
            </a:r>
          </a:p>
          <a:p>
            <a:pPr lvl="1">
              <a:spcAft>
                <a:spcPts val="8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Building blockage alters pressure distributions on target</a:t>
            </a:r>
          </a:p>
          <a:p>
            <a:pPr lvl="1">
              <a:spcAft>
                <a:spcPts val="8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Missing or inaccurate neighbors = wrong wind loads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Our original mesh used 18 hand-estimated box buildings</a:t>
            </a:r>
          </a:p>
          <a:p>
            <a:pPr lvl="1">
              <a:spcAft>
                <a:spcPts val="8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Approximate positions from Google Maps visual inspection</a:t>
            </a:r>
          </a:p>
          <a:p>
            <a:pPr lvl="1">
              <a:spcAft>
                <a:spcPts val="8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Uniform flat-top extrusions (no roof shapes)</a:t>
            </a:r>
          </a:p>
          <a:p>
            <a:pPr lvl="1">
              <a:spcAft>
                <a:spcPts val="8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Only ~276 triangles for surroundings geometry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Goal: Replace with surveyed NYC building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NYC Building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8F5"/>
                </a:solidFill>
                <a:latin typeface="Calibri"/>
              </a:defRPr>
            </a:pPr>
            <a:r>
              <a:t>Three levels of detail available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8001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NYC Building Footprints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(Socrata API)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Continuously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updated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LoD1: footprint +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roof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GeoJSON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(2D polygon + height)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Used as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fallback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NYC 3D Building Model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(CityGML)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Aug 2014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aerial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LoD1-2: actual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roof/wall surfaces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CityGML XML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(3D polygons)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Primary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NYC 2017 Lidar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(Topobathymetric)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May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Raw point cloud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(8 pts/m^2)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LAS 1.4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(classified)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Available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(not used)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Decision: CityGML provides the best balance of accuracy and usability.</a:t>
            </a:r>
            <a:br/>
            <a:r>
              <a:t>Actual roof shapes and wall setbacks without point cloud processing.</a:t>
            </a:r>
            <a:br/>
            <a:r>
              <a:t>Socrata API fills the gap for buildings constructed after 2014.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LoD1 vs LoD2: What's the Difference?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8F5"/>
                </a:solidFill>
                <a:latin typeface="Calibri"/>
              </a:defRPr>
            </a:pPr>
            <a:r>
              <a:t>Level of Detail in 3D city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LoD1 -- Extruded Footprint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2D polygon extruded to a single height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Flat roof (no shape detail)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No setbacks or terracing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Good for distant buildings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Source: Socrata API (height_roof field)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LoD2 -- Surface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Actual WallSurface polygons at multiple Z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RoofSurface with slopes and ridges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GroundSurface at surveyed elevation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Captures setbacks, terraces, crowns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Source: CityGML (2014 aerial photogrammetry)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63040"/>
            <a:ext cx="27432" cy="3657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Example: Citicorp tower -- LoD1 = 12 triangles (flat box), LoD2 = 124 triangles (17 Z levels, irregular crown).</a:t>
            </a:r>
            <a:br/>
            <a:r>
              <a:t>For surrounding buildings, LoD1 is acceptable (blockage dominates). For the target building, LoD2 provides aerodynamically meaningful detail.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Hybrid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8F5"/>
                </a:solidFill>
                <a:latin typeface="Calibri"/>
              </a:defRPr>
            </a:pPr>
            <a:r>
              <a:t>CityGML primary + Socrata API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Step 1: Stream through CityGML DA district files (~764 MB each)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Line-by-line parser to avoid loading into memory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Extract buildings whose coordinates fall in CFD domain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Parse WallSurface, RoofSurface, GroundSurface polygons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Step 2: Query Socrata API for buildings in same domain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Returns current building inventory with heights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Match by BIN (Building Identification Number)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Step 3: Merge -- CityGML geometry where available, Socrata extrusion for rest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Buildings in both sources: use CityGML (more accurate)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Buildings only in Socrata (built after 2014): extrude footprint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Citicorp tower + stilts: always use hand-crafted geometry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Coordinate Systems &amp; 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8F5"/>
                </a:solidFill>
                <a:latin typeface="Calibri"/>
              </a:defRPr>
            </a:pPr>
            <a:r>
              <a:t>Three coordinate systems in the pipeline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Transform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WGS84 (EPSG:4326)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Degrees (lat/lon)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Socrata API,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user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Equirectangular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projection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NY State Plane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(EPSG:2263)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 Survey Feet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CityGML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building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Linear scaling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(1200/3937 m/ft)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Local Cartesian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STL output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(OpenFOAM)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Origin at Citicorp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Z=0 at ground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Key parameters:</a:t>
            </a:r>
            <a:br/>
            <a:r>
              <a:t>  Citicorp Center: 40.7579N, 73.9690W</a:t>
            </a:r>
            <a:br/>
            <a:r>
              <a:t>  EPSG:2263 reference: X = 992,506 ft, Y = 215,620 ft</a:t>
            </a:r>
            <a:br/>
            <a:r>
              <a:t>  Ground elevation: 25.78 ft MSL (from CityGML GroundSurface)</a:t>
            </a:r>
            <a:br/>
            <a:r>
              <a:t>  US Survey Foot: 1200/3937 m = 0.30480061 m (NOT 0.3048)</a:t>
            </a:r>
            <a:br/>
            <a:br/>
            <a:r>
              <a:t>Linear approximation accurate to ~1m within 10km of reference point.</a:t>
            </a:r>
            <a:br/>
            <a:r>
              <a:t>No pyproj or GDAL dependencies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Old vs. Hybrid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8F5"/>
                </a:solidFill>
                <a:latin typeface="Calibri"/>
              </a:defRPr>
            </a:pPr>
            <a:r>
              <a:t>Quantitative comparison of surrounding building geometry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2251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Old (Socrata LoD1)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 (CityGML + Socrata)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Buildings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~170 (API)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806 (599 CityGML + 207 Socrata)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4.7x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Triangles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~14,000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64,486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4.6x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Surface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Flat-top extrusion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Wall + Roof + Ground surfaces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LoD2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Roof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None (all flat)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Actual shapes for 599 buildings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Realistic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Data 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Present-day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2014 CityGML + present-day 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Socrata: 74%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of hybrid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CityGML: 74%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Socrata fallback: 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BIN matching: 499 Socrata buildings matched to CityGML and replaced with higher-quality geometry.</a:t>
            </a:r>
            <a:br/>
            <a:r>
              <a:t>207 buildings only in Socrata (built after 2014) -- extruded as LoD1 fallback.</a:t>
            </a:r>
            <a:br/>
            <a:r>
              <a:t>3 Citicorp complex BINs excluded (hand-crafted tower + stilts).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Limitations of the Original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8F5"/>
                </a:solidFill>
                <a:latin typeface="Calibri"/>
              </a:defRPr>
            </a:pPr>
            <a:r>
              <a:t>Why the hand-estimated geometry was insufficient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Only 18 buildings -- Midtown Manhattan has 800+ in the CFD domain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Missing buildings = missing blockage = wrong wake patterns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Positions estimated from Google Maps satellite view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Typical error: 10-50m in X/Y placement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 ground truth for building heights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All buildings were axis-aligned rectangular boxes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Real footprints are L-shaped, irregular, with setbacks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All roofs flat -- real roofs have slopes and crowns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 temporal filtering capability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Could not distinguish 1978 vs. 2024 skyline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Critical for studying the original structural crisis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276 total triangles vs. 64,486 in the hybrid mesh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Citicorp Tower: Simplified vs. LoD2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8F5"/>
                </a:solidFill>
                <a:latin typeface="Calibri"/>
              </a:defRPr>
            </a:pPr>
            <a:r>
              <a:t>BIN 1036474 -- Individual Landmark, 60 floors, built 1978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8595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143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Simplified STL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CityGML LoD2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Triangles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 (12 box + 7 crown)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+105 (6.5x)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X/Y 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67.7 m (axis-aligned)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64.4 m (true outline)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-3.3 m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244.2 m (stilt to crown)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283.7 m (ground to crown)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+39.6 m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+13 levels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Cross-section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Perfect 45-degree 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Irregular polygon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with setbacks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More realistic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3-level approximation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~10 distinct Z levels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(241-284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Detailed terracing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 axis-aligned boxes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Not in CityGML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(hidden from aerial)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Keep hand-crafted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60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Note: CityGML height (283.7m) exceeds actual 279m because rooftop equipment was captured by the photogrammetric survey.</a:t>
            </a:r>
            <a:br/>
            <a:r>
              <a:t>Stilts are not visible in aerial imagery -- hand-crafted geometry is retained for all configurations.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Filling the Post-2014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8F5"/>
                </a:solidFill>
                <a:latin typeface="Calibri"/>
              </a:defRPr>
            </a:pPr>
            <a:r>
              <a:t>Socrata fallback captures buildings missing from CityGML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NYC 3D Building Model is from 2014 aerial survey -- never updated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Notable buildings missing from CityGML near Citicorp: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0175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Building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Distance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Height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CFD Impact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Selene (100 E 53rd)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~50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217 m (63 fl)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270 Park Ave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(JPMorgan HQ)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~600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423 m (60 fl)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One Vanderbilt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~1.2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427 m (62 fl)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Selene is the most critical missing building: at 217m and catty-corner to Citicorp, it significantly alters the local wind field.</a:t>
            </a:r>
            <a:br/>
            <a:br/>
            <a:r>
              <a:t>The Socrata API provides current building inventory. 207 post-2014 buildings were added via the fallback pipeline, including all buildings listed above.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General-Purpose Extraction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8F5"/>
                </a:solidFill>
                <a:latin typeface="Calibri"/>
              </a:defRPr>
            </a:pPr>
            <a:r>
              <a:t>extract_buildings.py -- extract any NYC 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Consolas"/>
              </a:defRPr>
            </a:pPr>
            <a:r>
              <a:t>python extract_buildings.py --lat 40.7580 --lon -73.9690 --radius 300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Self-contained script: Python 3.8+ stdlib only (no pip installs)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Auto-detects DA district files, downloads from GitHub if missing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Streams through large GML files (~764 MB) line by line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Outputs: CityGML fragments + binary STL (OpenFOAM-ready)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Attributes extracted per building: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BIN (Building Identification Number)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Year built, number of floors, landmark status</a:t>
            </a:r>
          </a:p>
          <a:p>
            <a:pPr lvl="1"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Height from roof/ground surface geometry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Tested: 31 buildings at Citicorp (100m radius), 4,392 triangles, ~40 seconds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Technical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8F5"/>
                </a:solidFill>
                <a:latin typeface="Calibri"/>
              </a:defRPr>
            </a:pPr>
            <a:r>
              <a:t>What the hybrid pipeline provides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806 buildings in CFD domain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64,486 triangles (4.6x old mesh)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LoD2 surfaces for 74% of buildings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Present-day + historical (--year 1978)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BIN-based deduplication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Offline mode (CityGML only)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Hardcoded fallback (both fail)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Binary STL (OpenFOAM-ready)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CityGML from 2014 (12 years old)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LoD2 detail only for ~100 iconic bldgs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Most CityGML buildings are LoD1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Fan triangulation (not ear-clipping)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No terrain elevation variation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Stilts not in aerial data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DA envelope matching too broad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Linear coord transform (~0.1% error)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371600"/>
            <a:ext cx="27432" cy="4114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1. Run snappyHexMesh with hybrid geometry (target: 8-10M cells)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2. Compare drag coefficients: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Old mesh (18 hand-estimated buildings) vs. hybrid (806 surveyed)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Present-day skyline vs. 1978 skyline (--year 1978 filter)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3. Correct stilt geometry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Rotate 45 degrees to match tower orientation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Verify placement at face midpoints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4. Validate against published wind tunnel data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Camelli et al. (2006) -- VLES of NYC wind fields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ASCE 7-22 wind load provisions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5. ParaView visualization of building geometry comparisons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